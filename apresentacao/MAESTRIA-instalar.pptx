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20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GSS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600200" y="457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MAESTR.IA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Instale na tela do seu celular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6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Abra  </a:t>
            </a:r>
            <a:pPr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gss-weld.vercel.app</a:t>
            </a:r>
            <a:pPr indent="0" marL="0">
              <a:buNone/>
            </a:pPr>
            <a:r>
              <a:rPr lang="en-US" sz="1700" dirty="0">
                <a:solidFill>
                  <a:srgbClr val="A6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no navegador do celular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520440" cy="3611880"/>
          </a:xfrm>
          <a:prstGeom prst="roundRect">
            <a:avLst>
              <a:gd name="adj" fmla="val 3117"/>
            </a:avLst>
          </a:prstGeom>
          <a:solidFill>
            <a:srgbClr val="1B1E2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0720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iPhone · Safari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384048" cy="384048"/>
          </a:xfrm>
          <a:prstGeom prst="ellipse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20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336499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Abra o site no Safari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4370832"/>
            <a:ext cx="384048" cy="384048"/>
          </a:xfrm>
          <a:prstGeom prst="ellipse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20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426110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Toque em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Compartilhar</a:t>
            </a:r>
            <a:pPr indent="0" marL="0">
              <a:buNone/>
            </a:pPr>
            <a:r>
              <a:rPr lang="en-US" sz="1450" dirty="0">
                <a:solidFill>
                  <a:srgbClr val="A6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(quadrado com seta ↑)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5266944"/>
            <a:ext cx="384048" cy="384048"/>
          </a:xfrm>
          <a:prstGeom prst="ellipse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20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515721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Toque em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“Adicionar à Tela de Início”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34256" y="2606040"/>
            <a:ext cx="3520440" cy="3611880"/>
          </a:xfrm>
          <a:prstGeom prst="roundRect">
            <a:avLst>
              <a:gd name="adj" fmla="val 3117"/>
            </a:avLst>
          </a:prstGeom>
          <a:solidFill>
            <a:srgbClr val="1B1E27"/>
          </a:solidFill>
          <a:ln/>
        </p:spPr>
      </p:sp>
      <p:sp>
        <p:nvSpPr>
          <p:cNvPr id="15" name="Text 13"/>
          <p:cNvSpPr/>
          <p:nvPr/>
        </p:nvSpPr>
        <p:spPr>
          <a:xfrm>
            <a:off x="4608576" y="280720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Android · Chrome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08576" y="3474720"/>
            <a:ext cx="384048" cy="384048"/>
          </a:xfrm>
          <a:prstGeom prst="ellipse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20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11496" y="336499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Abra o site no Chrome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08576" y="4370832"/>
            <a:ext cx="384048" cy="384048"/>
          </a:xfrm>
          <a:prstGeom prst="ellipse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20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11496" y="426110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Toque no menu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⋮</a:t>
            </a:r>
            <a:pPr indent="0" marL="0">
              <a:buNone/>
            </a:pPr>
            <a:r>
              <a:rPr lang="en-US" sz="1450" dirty="0">
                <a:solidFill>
                  <a:srgbClr val="A6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(3 pontinhos)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608576" y="5266944"/>
            <a:ext cx="384048" cy="384048"/>
          </a:xfrm>
          <a:prstGeom prst="ellipse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20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11496" y="515721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Toque em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“Instalar aplicativo”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119872" y="2606040"/>
            <a:ext cx="3520440" cy="3611880"/>
          </a:xfrm>
          <a:prstGeom prst="roundRect">
            <a:avLst>
              <a:gd name="adj" fmla="val 3117"/>
            </a:avLst>
          </a:prstGeom>
          <a:solidFill>
            <a:srgbClr val="1B1E27"/>
          </a:solidFill>
          <a:ln/>
        </p:spPr>
      </p:sp>
      <p:sp>
        <p:nvSpPr>
          <p:cNvPr id="23" name="Text 21"/>
          <p:cNvSpPr/>
          <p:nvPr/>
        </p:nvSpPr>
        <p:spPr>
          <a:xfrm>
            <a:off x="8394192" y="280720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 aponte a câmera</a:t>
            </a:r>
            <a:endParaRPr lang="en-US" sz="1700" dirty="0"/>
          </a:p>
        </p:txBody>
      </p:sp>
      <p:pic>
        <p:nvPicPr>
          <p:cNvPr id="24" name="Image 0" descr="/Users/viviangitti/maestria-empresas/apresentacao/qrcode-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3474720"/>
            <a:ext cx="1554480" cy="15544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394192" y="52120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6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Escaneie e abra o app direto no seu celular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iPhone: </a:t>
            </a:r>
            <a:pPr algn="ctr" indent="0" marL="0">
              <a:buNone/>
            </a:pPr>
            <a:r>
              <a:rPr lang="en-US" sz="1300" dirty="0">
                <a:solidFill>
                  <a:srgbClr val="A6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instalar é o que liga os avisos.   </a:t>
            </a:r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Android: </a:t>
            </a:r>
            <a:pPr algn="ctr" indent="0" marL="0">
              <a:buNone/>
            </a:pPr>
            <a:r>
              <a:rPr lang="en-US" sz="1300" dirty="0">
                <a:solidFill>
                  <a:srgbClr val="A6A6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avisos já funcionam — instalar deixa com cara de app.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2026-06-29T09:12:16Z</dcterms:created>
  <dcterms:modified xsi:type="dcterms:W3CDTF">2026-06-29T09:12:16Z</dcterms:modified>
</cp:coreProperties>
</file>